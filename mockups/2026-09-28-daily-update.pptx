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Monday 28 September (week 9, day 1)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at: recordings + Prospect+ calls export 5:08pm, dial log 5:08pm, AM pipeline view 5:07pm · names as the record spells them · first day counted under the new rules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11247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949440"/>
                <a:gridCol w="237744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Today’s 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Did we turn up?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459 dials — biggest day of the campaign. Nick Williams’ FIRST DAY: 119 dials, 104 answered, 35 real conversations (team-best), 80 min talk, 9:31–4:42. Melody 106, Alex 118, Warren 70 — but Warren had only 4 conversations of 45s+ from 70 dials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 log, all reps 9:15–4:43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Did we take the fork?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signals on tape (recorded reps only): SERVICE 4 — five free offered on 2, missed on 2. PRODUCT 8 — ShipMate raised once (the first time on tape), wrong fork once, missed 6. One call had both. Qualifying question 18% (Melody 25%, Alex 15%, Warren 12%)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ShipMate raised + booked: 4184422626 · wrong fork: 4184414613 · misses listed for Pierre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Did we book properly?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meeting: Alex, TOMORROW 11am, set day and time — booked off the day’s one correct ShipMate raise. 1 registration: Melody, five free taken via emailed link. Mobile asked at booking: 0 of 2 — the drill line has still never been said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4184422626, 4184421413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Did we keep our promises?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action sheet was worked nearly line by line (Kerina): UnCover Me RECOVERED after 3 no-shows — 9-minute call, ShipMate + Shopify pitched, next call locked 20 Oct. Naked Tan and COgear given honest decisions and moved to Lost same day (statuses finally move). Sunrise advanced — Ankita takes it to her boss. Aloe Vera chased to voicemail. NOT done: ZeroPak’s day-2 call and the Muscle Money pickup check — no trace today, carry to tomorrow 9am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4184641343, 4184545393, 4184539554, 4184526779, 4184865382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Did anything leak?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Three: (1) TAMADA — Teams rescheduled to 3pm today on Michael’s call, then Kerina’s 12:04 call dropped twice mid-reveal of ~150 parcels/week, and the record now reads LOST. A 150-parcel prospect needs a human decision before that status stands. (2) Nick’s line is NOT RECORDING — the rep with the most conversations today is invisible to coaching and wording checks. (3) Inbound: 29 in, 6 answered — day 1 of the return-call process, not yet in use. Wording: same-day-delivery said twice + "we work alongside Australia Post" — 3 flags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Tamada: 4184486946, 4184554407 · wording: 4184421413, 4184422626, 4184439205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1996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Tomorrow’s diary (from the pipeline view):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Creations 11:00 (Kerina) · Match Up Badges 11:15 (Lee) · Alex’s new booking 11:00 · plus ZeroPak day-2 and Muscle Money check. Wednesday: Feast On This 10:30, Trialia 11:00, Secuvision 11:00 (Lee), Royce Dental 12:45.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daily works — five questions, answered from the recordings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checked against the actual call and the Prospect+ record (matched by call ID, never by name). Same five questions, every day, so trends are comparable.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167128" cy="3840480"/>
          </a:xfrm>
          <a:prstGeom prst="roundRect">
            <a:avLst>
              <a:gd name="adj" fmla="val 2110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167128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26187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turn up?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057400"/>
            <a:ext cx="19568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Dials and hours on the phones, per person. Every seat, every scheduled day.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416052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bar: full attendance; ~9:00–5:00 dialling window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15768" y="1234440"/>
            <a:ext cx="2167128" cy="3840480"/>
          </a:xfrm>
          <a:prstGeom prst="roundRect">
            <a:avLst>
              <a:gd name="adj" fmla="val 2110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15768" y="1234440"/>
            <a:ext cx="2167128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26187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take the fork?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25496" y="2057400"/>
            <a:ext cx="19568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buying signal answered on the RIGHT fork: service → five free collections; product → ShipMate follow-up. Wrong fork or no response = missed.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25496" y="416052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bar: every signal answered; misses named with call IDs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74336" y="1234440"/>
            <a:ext cx="2167128" cy="3840480"/>
          </a:xfrm>
          <a:prstGeom prst="roundRect">
            <a:avLst>
              <a:gd name="adj" fmla="val 2110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74336" y="1234440"/>
            <a:ext cx="2167128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047488" y="126187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book properly?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84064" y="2057400"/>
            <a:ext cx="19568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counts only with a set day AND time. Captured at booking: named person, role, mobile, what they pay, volume and weight.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84064" y="416052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bar: a mobile number on every close (this week’s drill)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32904" y="1234440"/>
            <a:ext cx="2167128" cy="3840480"/>
          </a:xfrm>
          <a:prstGeom prst="roundRect">
            <a:avLst>
              <a:gd name="adj" fmla="val 2110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32904" y="1234440"/>
            <a:ext cx="2167128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06056" y="126187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keep our promises?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42632" y="2057400"/>
            <a:ext cx="19568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appointment and promised call-back due today: held, rescheduled or missed — logged on the record either way.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42632" y="416052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bar: 75% of appointments held (agreed 28 Sep)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91472" y="1234440"/>
            <a:ext cx="2167128" cy="3840480"/>
          </a:xfrm>
          <a:prstGeom prst="roundRect">
            <a:avLst>
              <a:gd name="adj" fmla="val 2110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91472" y="1234440"/>
            <a:ext cx="2167128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564624" y="126187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anything leak?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0" y="2057400"/>
            <a:ext cx="19568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inbound calls returned same day. The Local Mile registration list shrinking. Nothing untrue or unapproved said.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0" y="416052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bar: zero unapproved claims; missed calls returned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5349240"/>
            <a:ext cx="11247120" cy="960120"/>
          </a:xfrm>
          <a:prstGeom prst="roundRect">
            <a:avLst>
              <a:gd name="adj" fmla="val 4762"/>
            </a:avLst>
          </a:prstGeom>
          <a:solidFill>
            <a:srgbClr val="FFF8E7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5440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it’s counted. 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"conversation" is a call of 45 seconds or more with a person. Rates are per conversation. Sources: the day’s call recordings, the Prospect+ calls export, the Aircall dial log and the AM pipeline view, each stamped with its "data as at" time — anything after that time appears the next day. What gets drilled in the 9am session rises the same day and fades within two days unless repeated; a behaviour leaves the daily drill only after holding its bar unprompted for a full week.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SDRs are measured 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list behind questions 1–3 and 5 · same definitions in every daily and weekly report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834640"/>
                <a:gridCol w="7955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it’s counted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Turning up and dialling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Dials per person per day and hours on the phones (first call to last call).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conversations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of 45+ seconds with a person; and dials-per-conversation.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researched opener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Personalised industry/location line used whenever the record carries one. 55% of conversations using it reach a next step vs 28% without.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qualifying 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they ship now and what do they pay. Target 35%+ of conversations. Routing asks don’t count.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fork — service or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(they pay for collection / lodge in person) → five free collections offer. PRODUCT (they consign via a carrier, account or platform) → ShipMate follow-up. Every signal answered on the right fork; wrong fork counts as missed.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full call 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Opener + qualifying question + correct fork response on one call.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day AND time; named person, role, MOBILE, what they pay, volume and weight captured at booking.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untrue or unapproved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claims only: 4.9 stars · $250 cover · flat rate · StarTrack network · works with the local licensed post office. No comparisons, no invented stats, no "same day delivery".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follow-up (Local Mile list)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Registration-link leads worked until they register (then auto-move to the AMs) or are handed over. List shrinks weekly; not commissionable until registered.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calls returned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Aircall missed list worked same day: reformat +61 → 0, search Prospect+, call back, log, tick off.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detailed enough that the AM never needs the recording: who, situation, current provider and rates, agreed next step.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benchmarks — where the floor is vs the bar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we are" updates nightly · green = installed, amber = installing, red = not yet started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75488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are (Mon 28 Sep)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Ask-for-help opener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 — holds without prompting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conversation. Proof that daily repetition makes a habit permanent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Researched opener, when the record has 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68 calls today used a business-specific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call whose record carries one — homework before dialling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Qualifying 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 today (25 / 15 / 12 by rep) — Monday slump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35%+ of conversations, every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fork taken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58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measured day: service 2 of 4 · product 1 of 8 — ShipMate raised on tape for the first time, and it converted to a set-time booking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signal answered on the right fork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number at booking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2 closes today; 0 ever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close — this week’s single drilled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Appointments held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58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Tamada: rescheduled then marked Lost — under review. Tomorrow: 3 appointments due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held · three attempts + two emails, then nurture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inbound returned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of 29 answered today; return process issued this afternoon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missed call returned same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follow-up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58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measurable today — needs the dialer performance export in the Friday/Monday drop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shrinks every week (was 7: Alex 6, Melody 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untrue or unapproved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7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flags today: "same day delivery" ×2, "we work alongside Australia Post"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Zero, every day — next-day is the promise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fork — the one decision on every call where a prospect reveals how they ship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pays for shipping — consignment is never free — so "we pay for shipping" alone signals nothing. The signal is HOW they ship. One question decides the fork.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566160" y="118872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121615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prospect tells us how their parcels move.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are you going about it — does someone collect, or do you take them yourselves?"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flipH="1">
            <a:off x="3200400" y="1965960"/>
            <a:ext cx="1554480" cy="502920"/>
          </a:xfrm>
          <a:prstGeom prst="line">
            <a:avLst/>
          </a:prstGeom>
          <a:noFill/>
          <a:ln w="25400">
            <a:solidFill>
              <a:srgbClr val="8896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06640" y="1965960"/>
            <a:ext cx="1554480" cy="502920"/>
          </a:xfrm>
          <a:prstGeom prst="line">
            <a:avLst/>
          </a:prstGeom>
          <a:noFill/>
          <a:ln w="25400">
            <a:solidFill>
              <a:srgbClr val="8896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51460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EAF5EA"/>
          </a:solidFill>
          <a:ln w="12700">
            <a:solidFill>
              <a:srgbClr val="9CC3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51760"/>
            <a:ext cx="4892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→ the five free collections offer
</a:t>
            </a:r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PAY someone to collect the parcels they lodge — or they lodge them in person (trips to the post office).
</a:t>
            </a:r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like:  </a:t>
            </a:r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"Australia Post comes to pick up every day" · "a courier collects" · "we run them down ourselves"
</a:t>
            </a:r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line: 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"Since you’re already paying to have them collected — your first five collections are free, no obligation."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251460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EDF1FA"/>
          </a:solidFill>
          <a:ln w="12700">
            <a:solidFill>
              <a:srgbClr val="9FB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651760"/>
            <a:ext cx="4892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→ a ShipMate follow-up
</a:t>
            </a:r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CONSIGN through a carrier, account, contract or platform. The play is price and service on the consignment itself — never the free-pickup pitch.
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like:  </a:t>
            </a:r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an AusPost account" · "we use Aramex / TNT / TransDirect" · "booked through their platform"
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line: 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"Worth ten minutes to see if ShipMate beats that on price and service for the same parcels?" — book 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DECE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5138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from today’s tape:  </a:t>
            </a:r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raised ShipMate on a product signal for the first time (4184422626) — and it became a set-time meeting for tomorrow 11am. The same day, 6 product signals got no response and 1 got the wrong fork (free pickup pitched to a MyTNT consignor, 4184414613). The fork works when it’s taken; both scripts can run on one call.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account managers are measured 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side of the handshake — so nothing sits in the void between the two teams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017520"/>
                <a:gridCol w="77724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it’s counted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day-2 call on every new registration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registration gets its welcome call the next business day: registration confirmed, first collection booked. Today’s test case: ZeroPak (registered Friday) — not called yet, due tomorrow.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Appointments confirmed and closed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the morning before (mobile captured if missing), then logged after the event as held, rescheduled or missed. Bar: 75% held. No-show process: three call attempts + two emails, then nurture.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quote has a dated next 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quote sits without the next call date agreed on the record. The pipeline’s day counters (50 quotes out) are the watch list; some quotes legitimately run months — but each has a date.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Handovers never sit in the void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that moves from the SDR floor — a registration, an appointment, a Local Mile lead that registers — is visible in the AM pipeline and actioned within 2 business days, with its status moved after the action (today’s proof it works: Naked Tan and COgear moved to Lost the same hour they were decided).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inbound returned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process as the SDRs: missed list worked same day, outcome logged on the record.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hygiene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Statuses reflect reality (no lead stays "Appointment Booked" past its meeting); duplicates flagged to Alana, never merged by reps; the record name matches what the business answers.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for all of it: the AM pipeline view (appointments, no-shows, quotes out) read each Friday and Monday, alongside the recordings. Section 3 and this page ride at the back of every daily and weekly until they’re second nature.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2026-09-28T07:29:18Z</dcterms:created>
  <dcterms:modified xsi:type="dcterms:W3CDTF">2026-09-28T07:29:18Z</dcterms:modified>
</cp:coreProperties>
</file>