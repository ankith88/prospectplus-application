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 daily — Friday 25 September (week 8, day 5)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 SDR dials (Alex 109 — his biggest day, Melody 81, Warren 6) · 61 SDR conversations analysed · sources: Aircall recordings + Prospect+ calls export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471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663440"/>
                <a:gridCol w="1371600"/>
                <a:gridCol w="219456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Results · every rep dials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8’s first J2-sourced REGISTRATION: Alex’s ZeroPak took the five free collections after declining a meeting — the trigger converting on tape. Plus another set-time booking: Royal Dental Lab, Wednesday ~10:30am Zoom. Alex: 109 dials. Warren: 6 dials, 9:18–9:23am, then nothing — effectively absent from the phones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58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 YES · WARREN 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4179422958, 4179441422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number at booking — today’s drill 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of 2 closes asked. The line ("and what’s the best mobile to confirm on?") did not appear on a single call today — the one behaviour that was supposed to be drilled this morning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74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0 all week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closes: email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Prospect says they pay → five free offered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of 13 chances taken — and one of the two became the ZeroPak registration. 11 clean misses, the worst day since the audit. Wednesday’s 62% did not hold once the drill moved 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74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11 missed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Taken: 4179399693, 4179422958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Qualifying question ≥35% · nothing untrue or unapproved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28% (Melody 38%, Alex 25%). Wording: the clean streak ended — Alex promised "same day delivery" twice and "working alongside Australia Post" on his best calls, incl. the Royal Dental Lab booking. Lee: "cheaper than Australia Post" again (3rd day pattern)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74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4 calls flagged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Alex: 4179399693, 4179441422, 4179469443 · Lee: 4179347443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34340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right.  </a:t>
            </a:r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ZeroPak is the play the audit asked for: prospect reveals a paid provider → five free offered → registered on the call. And Melody put up 3 more complete-card calls — she is the only rep for whom all three lines now fire together unprompted. Alex’s volume + closing day (a registration AND a set-time booking) is the best single J2 day of the campaign on results.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57200" y="5303520"/>
            <a:ext cx="11247120" cy="1005840"/>
          </a:xfrm>
          <a:prstGeom prst="roundRect">
            <a:avLst>
              <a:gd name="adj" fmla="val 5455"/>
            </a:avLst>
          </a:prstGeom>
          <a:solidFill>
            <a:srgbClr val="FDECEC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5413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uncomfortable one.  </a:t>
            </a:r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promised follow-ups did not happen today: Sunrise Trailer Parts (quote follow-up logged for Friday — no call), UnCover Me (third miss on the same lead), and Warren’s own Aloe Vera appointment (today 3pm — no call on either side of it on tape). Booking is now working; holding what we book is the leak. Full held/missed scoreboard is in the weekly review.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lists — day 5 (week close)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today’s recordings + Prospect+ calls export · week totals in the weekly review deck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471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95528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at week close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13 registered businesses call-down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Finished the week at 4 of 13 attempted (all Wednesday, all Alex). The three oldest are now 26+ business days without an AM conversation. Two full weeks on the tracker without an owner — this needs a named person and a booked hour on Monday.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Appointments held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Booked this week: 6 meetings + 2 registrations (best booking week). Held/confirmed on tape: 0 so far — UnCover Me missed (×3), Aloe Vera 3pm today not called, Sunrise’s Friday follow-up skipped. Next week’s diary: Tamada Mon 12pm, Secuvision Wed 11am, Feast On This Wed 10:30, Trialia Wed ~11am, Royal Dental Lab Wed ~10:30.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number at booking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asked in 5 days, including today when it was the drill line. Every appointment in next week’s diary is chaseable only through a switchboard — same failure shape as UnCover Me.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ends as it started: clean Tue–Thu core, violations on the edges (Melody ×2 Mon, Alex ×3 Fri, Lee cheaper-than-AusPost Fri). Alex’s "same day delivery" is the exact over-promise that burned the Sunrise handoff — needs the Monday drill.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Nick Williams (make-good)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calls, week two. Goes to Jesse in writing with the register update.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25780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day in brief: </a:t>
            </a:r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Kerina 10 dials — good discovery with Rahul (new online-printing business, full rate pitch, quote to follow) and a gatekeeper capture at St Andrews College; but no dated callback on any call and the two promised follow-ups missed. Lee 1 call — a strong 8-minute inbound-return conversation (Sakshi) that included the cheaper-than-AusPost line. Michael and Belinda: no calls today.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2026-09-25T07:54:14Z</dcterms:created>
  <dcterms:modified xsi:type="dcterms:W3CDTF">2026-09-25T07:54:14Z</dcterms:modified>
</cp:coreProperties>
</file>